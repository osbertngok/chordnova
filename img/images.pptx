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6"/>
    <p:restoredTop sz="94640"/>
  </p:normalViewPr>
  <p:slideViewPr>
    <p:cSldViewPr snapToGrid="0">
      <p:cViewPr varScale="1">
        <p:scale>
          <a:sx n="211" d="100"/>
          <a:sy n="211" d="100"/>
        </p:scale>
        <p:origin x="117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6A47B-BE98-2140-9459-909EDEAD5E76}" type="datetimeFigureOut">
              <a:rPr lang="en-US" smtClean="0"/>
              <a:t>12/17/24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87445-EB4C-9048-AE14-4BB009359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676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6A47B-BE98-2140-9459-909EDEAD5E76}" type="datetimeFigureOut">
              <a:rPr lang="en-US" smtClean="0"/>
              <a:t>12/17/24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87445-EB4C-9048-AE14-4BB009359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934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6A47B-BE98-2140-9459-909EDEAD5E76}" type="datetimeFigureOut">
              <a:rPr lang="en-US" smtClean="0"/>
              <a:t>12/17/24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87445-EB4C-9048-AE14-4BB009359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785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6A47B-BE98-2140-9459-909EDEAD5E76}" type="datetimeFigureOut">
              <a:rPr lang="en-US" smtClean="0"/>
              <a:t>12/17/24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87445-EB4C-9048-AE14-4BB009359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538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6A47B-BE98-2140-9459-909EDEAD5E76}" type="datetimeFigureOut">
              <a:rPr lang="en-US" smtClean="0"/>
              <a:t>12/17/24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87445-EB4C-9048-AE14-4BB009359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24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6A47B-BE98-2140-9459-909EDEAD5E76}" type="datetimeFigureOut">
              <a:rPr lang="en-US" smtClean="0"/>
              <a:t>12/17/24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87445-EB4C-9048-AE14-4BB009359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713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6A47B-BE98-2140-9459-909EDEAD5E76}" type="datetimeFigureOut">
              <a:rPr lang="en-US" smtClean="0"/>
              <a:t>12/17/24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87445-EB4C-9048-AE14-4BB009359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219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6A47B-BE98-2140-9459-909EDEAD5E76}" type="datetimeFigureOut">
              <a:rPr lang="en-US" smtClean="0"/>
              <a:t>12/17/24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87445-EB4C-9048-AE14-4BB009359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302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6A47B-BE98-2140-9459-909EDEAD5E76}" type="datetimeFigureOut">
              <a:rPr lang="en-US" smtClean="0"/>
              <a:t>12/17/24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87445-EB4C-9048-AE14-4BB009359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575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6A47B-BE98-2140-9459-909EDEAD5E76}" type="datetimeFigureOut">
              <a:rPr lang="en-US" smtClean="0"/>
              <a:t>12/17/24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87445-EB4C-9048-AE14-4BB009359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991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6A47B-BE98-2140-9459-909EDEAD5E76}" type="datetimeFigureOut">
              <a:rPr lang="en-US" smtClean="0"/>
              <a:t>12/17/24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87445-EB4C-9048-AE14-4BB009359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964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26A47B-BE98-2140-9459-909EDEAD5E76}" type="datetimeFigureOut">
              <a:rPr lang="en-US" smtClean="0"/>
              <a:t>12/17/24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A87445-EB4C-9048-AE14-4BB009359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393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BD742-89E3-89CD-7083-DF6C719743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5B54EE-34B9-773C-2B22-FECCCCE6AB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837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3F3326C-4901-913E-4DD6-BFD74CCED0C4}"/>
              </a:ext>
            </a:extLst>
          </p:cNvPr>
          <p:cNvSpPr/>
          <p:nvPr/>
        </p:nvSpPr>
        <p:spPr>
          <a:xfrm>
            <a:off x="1198179" y="4256689"/>
            <a:ext cx="735724" cy="62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C4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B77FF9-7103-9FBD-4CDC-F6696D2FA770}"/>
              </a:ext>
            </a:extLst>
          </p:cNvPr>
          <p:cNvSpPr/>
          <p:nvPr/>
        </p:nvSpPr>
        <p:spPr>
          <a:xfrm>
            <a:off x="1198179" y="3429000"/>
            <a:ext cx="735724" cy="62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E4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40372B-A9B0-7DC5-948A-2F0528BD0092}"/>
              </a:ext>
            </a:extLst>
          </p:cNvPr>
          <p:cNvSpPr/>
          <p:nvPr/>
        </p:nvSpPr>
        <p:spPr>
          <a:xfrm>
            <a:off x="1198179" y="2601311"/>
            <a:ext cx="735724" cy="62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G4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9466F2-8FBF-4117-6468-613EC517EE91}"/>
              </a:ext>
            </a:extLst>
          </p:cNvPr>
          <p:cNvSpPr/>
          <p:nvPr/>
        </p:nvSpPr>
        <p:spPr>
          <a:xfrm>
            <a:off x="3771647" y="4629459"/>
            <a:ext cx="735724" cy="62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C4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E380B9-B8B8-43A0-22FA-CCD041CF6A5A}"/>
              </a:ext>
            </a:extLst>
          </p:cNvPr>
          <p:cNvSpPr/>
          <p:nvPr/>
        </p:nvSpPr>
        <p:spPr>
          <a:xfrm>
            <a:off x="3771647" y="3801770"/>
            <a:ext cx="735724" cy="62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C4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851CA5-EB98-360B-4F55-8CCA18386794}"/>
              </a:ext>
            </a:extLst>
          </p:cNvPr>
          <p:cNvSpPr/>
          <p:nvPr/>
        </p:nvSpPr>
        <p:spPr>
          <a:xfrm>
            <a:off x="3771647" y="2974081"/>
            <a:ext cx="735724" cy="62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E4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9A521F-3C09-2B66-F9B8-EA0548918B38}"/>
              </a:ext>
            </a:extLst>
          </p:cNvPr>
          <p:cNvSpPr/>
          <p:nvPr/>
        </p:nvSpPr>
        <p:spPr>
          <a:xfrm>
            <a:off x="3771647" y="2143763"/>
            <a:ext cx="735724" cy="62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G4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312379-B310-C762-B2C6-6145B922824D}"/>
              </a:ext>
            </a:extLst>
          </p:cNvPr>
          <p:cNvSpPr/>
          <p:nvPr/>
        </p:nvSpPr>
        <p:spPr>
          <a:xfrm>
            <a:off x="6621866" y="4629459"/>
            <a:ext cx="735724" cy="62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G#3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3E4F9F6-527E-1F76-AD0E-C430F20825B3}"/>
              </a:ext>
            </a:extLst>
          </p:cNvPr>
          <p:cNvSpPr/>
          <p:nvPr/>
        </p:nvSpPr>
        <p:spPr>
          <a:xfrm>
            <a:off x="6621866" y="3801770"/>
            <a:ext cx="735724" cy="62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B3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96260C-8FC9-01E5-A542-A4C3D20B3DCE}"/>
              </a:ext>
            </a:extLst>
          </p:cNvPr>
          <p:cNvSpPr/>
          <p:nvPr/>
        </p:nvSpPr>
        <p:spPr>
          <a:xfrm>
            <a:off x="6621866" y="2974081"/>
            <a:ext cx="735724" cy="62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E4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A9A8C6B-F461-3D6E-8F68-F086CC606176}"/>
              </a:ext>
            </a:extLst>
          </p:cNvPr>
          <p:cNvSpPr/>
          <p:nvPr/>
        </p:nvSpPr>
        <p:spPr>
          <a:xfrm>
            <a:off x="6621866" y="2143763"/>
            <a:ext cx="735724" cy="62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G#4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1837966-524F-9258-3894-22632BBAD2AD}"/>
              </a:ext>
            </a:extLst>
          </p:cNvPr>
          <p:cNvSpPr/>
          <p:nvPr/>
        </p:nvSpPr>
        <p:spPr>
          <a:xfrm>
            <a:off x="9820247" y="4629459"/>
            <a:ext cx="735724" cy="62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G#3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4371B36-0C7B-5C56-86DE-6E6C8DF3FC68}"/>
              </a:ext>
            </a:extLst>
          </p:cNvPr>
          <p:cNvSpPr/>
          <p:nvPr/>
        </p:nvSpPr>
        <p:spPr>
          <a:xfrm>
            <a:off x="9820247" y="3801770"/>
            <a:ext cx="735724" cy="62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B3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33011A8-E6AE-2867-CB2D-A2775B808721}"/>
              </a:ext>
            </a:extLst>
          </p:cNvPr>
          <p:cNvSpPr/>
          <p:nvPr/>
        </p:nvSpPr>
        <p:spPr>
          <a:xfrm>
            <a:off x="9820247" y="2974081"/>
            <a:ext cx="735724" cy="62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E4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747B801-B45F-16C8-7F3A-1D07C31C033A}"/>
              </a:ext>
            </a:extLst>
          </p:cNvPr>
          <p:cNvSpPr/>
          <p:nvPr/>
        </p:nvSpPr>
        <p:spPr>
          <a:xfrm>
            <a:off x="9820247" y="2143763"/>
            <a:ext cx="735724" cy="62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G#4</a:t>
            </a:r>
            <a:endParaRPr lang="en-US" dirty="0"/>
          </a:p>
        </p:txBody>
      </p:sp>
      <p:sp>
        <p:nvSpPr>
          <p:cNvPr id="23" name="Chevron 22">
            <a:extLst>
              <a:ext uri="{FF2B5EF4-FFF2-40B4-BE49-F238E27FC236}">
                <a16:creationId xmlns:a16="http://schemas.microsoft.com/office/drawing/2014/main" id="{804DAA46-23DB-FDAF-1F13-432C5B54F189}"/>
              </a:ext>
            </a:extLst>
          </p:cNvPr>
          <p:cNvSpPr/>
          <p:nvPr/>
        </p:nvSpPr>
        <p:spPr>
          <a:xfrm>
            <a:off x="1544185" y="1073233"/>
            <a:ext cx="2888536" cy="581339"/>
          </a:xfrm>
          <a:prstGeom prst="chevron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Homogenization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Chevron 23">
            <a:extLst>
              <a:ext uri="{FF2B5EF4-FFF2-40B4-BE49-F238E27FC236}">
                <a16:creationId xmlns:a16="http://schemas.microsoft.com/office/drawing/2014/main" id="{8DC4C791-FCF8-49C1-F2F5-E25665C1E1C2}"/>
              </a:ext>
            </a:extLst>
          </p:cNvPr>
          <p:cNvSpPr/>
          <p:nvPr/>
        </p:nvSpPr>
        <p:spPr>
          <a:xfrm>
            <a:off x="4148106" y="1073233"/>
            <a:ext cx="3140501" cy="581339"/>
          </a:xfrm>
          <a:prstGeom prst="chevron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Mutation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Chevron 24">
            <a:extLst>
              <a:ext uri="{FF2B5EF4-FFF2-40B4-BE49-F238E27FC236}">
                <a16:creationId xmlns:a16="http://schemas.microsoft.com/office/drawing/2014/main" id="{B1D5DEFA-0DD3-0EC5-CAC5-02202B96A80B}"/>
              </a:ext>
            </a:extLst>
          </p:cNvPr>
          <p:cNvSpPr/>
          <p:nvPr/>
        </p:nvSpPr>
        <p:spPr>
          <a:xfrm>
            <a:off x="6989728" y="1073233"/>
            <a:ext cx="3347583" cy="581339"/>
          </a:xfrm>
          <a:prstGeom prst="chevron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Filtering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712369A-C9F0-3583-2337-7F766313E638}"/>
              </a:ext>
            </a:extLst>
          </p:cNvPr>
          <p:cNvSpPr txBox="1"/>
          <p:nvPr/>
        </p:nvSpPr>
        <p:spPr>
          <a:xfrm>
            <a:off x="2335225" y="1742633"/>
            <a:ext cx="10987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</a:rPr>
              <a:t>Chord::expand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93E0D17-7F1F-8D38-0662-422BD8ADFD0A}"/>
              </a:ext>
            </a:extLst>
          </p:cNvPr>
          <p:cNvSpPr txBox="1"/>
          <p:nvPr/>
        </p:nvSpPr>
        <p:spPr>
          <a:xfrm>
            <a:off x="4676773" y="1742632"/>
            <a:ext cx="16712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</a:rPr>
              <a:t>Chord::</a:t>
            </a:r>
            <a:r>
              <a:rPr lang="en-US" altLang="zh-CN" sz="1200" dirty="0" err="1">
                <a:solidFill>
                  <a:schemeClr val="bg1">
                    <a:lumMod val="50000"/>
                  </a:schemeClr>
                </a:solidFill>
              </a:rPr>
              <a:t>set_new_chords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5CAC342-B67B-8FF3-0EF7-3AD02ECA53A7}"/>
              </a:ext>
            </a:extLst>
          </p:cNvPr>
          <p:cNvGrpSpPr/>
          <p:nvPr/>
        </p:nvGrpSpPr>
        <p:grpSpPr>
          <a:xfrm>
            <a:off x="8015736" y="1263811"/>
            <a:ext cx="220454" cy="200182"/>
            <a:chOff x="6455301" y="938623"/>
            <a:chExt cx="1053679" cy="1481469"/>
          </a:xfrm>
        </p:grpSpPr>
        <p:sp>
          <p:nvSpPr>
            <p:cNvPr id="17" name="Can 16">
              <a:extLst>
                <a:ext uri="{FF2B5EF4-FFF2-40B4-BE49-F238E27FC236}">
                  <a16:creationId xmlns:a16="http://schemas.microsoft.com/office/drawing/2014/main" id="{A7C9CAB6-717A-A105-297A-E138BEDE473E}"/>
                </a:ext>
              </a:extLst>
            </p:cNvPr>
            <p:cNvSpPr/>
            <p:nvPr/>
          </p:nvSpPr>
          <p:spPr>
            <a:xfrm>
              <a:off x="6925621" y="1899307"/>
              <a:ext cx="104964" cy="520785"/>
            </a:xfrm>
            <a:prstGeom prst="can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riangle 15">
              <a:extLst>
                <a:ext uri="{FF2B5EF4-FFF2-40B4-BE49-F238E27FC236}">
                  <a16:creationId xmlns:a16="http://schemas.microsoft.com/office/drawing/2014/main" id="{5A11B4F8-9FAC-7473-3558-1CDB92506062}"/>
                </a:ext>
              </a:extLst>
            </p:cNvPr>
            <p:cNvSpPr/>
            <p:nvPr/>
          </p:nvSpPr>
          <p:spPr>
            <a:xfrm rot="10800000">
              <a:off x="6473467" y="1259568"/>
              <a:ext cx="1017346" cy="744843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C7FC4E3-2507-0C12-A2CF-257367E7285E}"/>
                </a:ext>
              </a:extLst>
            </p:cNvPr>
            <p:cNvSpPr/>
            <p:nvPr/>
          </p:nvSpPr>
          <p:spPr>
            <a:xfrm>
              <a:off x="6455301" y="938623"/>
              <a:ext cx="1053679" cy="52078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ECD9F1E2-E2B5-46ED-82CB-A2A24152EF53}"/>
              </a:ext>
            </a:extLst>
          </p:cNvPr>
          <p:cNvSpPr txBox="1"/>
          <p:nvPr/>
        </p:nvSpPr>
        <p:spPr>
          <a:xfrm>
            <a:off x="8015736" y="1742632"/>
            <a:ext cx="9337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</a:rPr>
              <a:t>Chord::valid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104C00A-0A13-9E81-6657-75C03CCC1CA1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1933903" y="4566744"/>
            <a:ext cx="1837744" cy="372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265B79C-8019-ACA6-D489-E02D5FF896C5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 flipV="1">
            <a:off x="1933903" y="4111825"/>
            <a:ext cx="1837744" cy="4549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D896723-F0CB-30ED-EE5F-17BEA5656B9A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 flipV="1">
            <a:off x="1933903" y="3284136"/>
            <a:ext cx="1837744" cy="4549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5E3BFFE-CEF1-C946-658E-C07163E528B4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 flipV="1">
            <a:off x="1933903" y="2453818"/>
            <a:ext cx="1837744" cy="4575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391EE24-17E7-A6E9-2880-915DD9788B0F}"/>
              </a:ext>
            </a:extLst>
          </p:cNvPr>
          <p:cNvCxnSpPr>
            <a:cxnSpLocks/>
            <a:stCxn id="10" idx="3"/>
            <a:endCxn id="14" idx="1"/>
          </p:cNvCxnSpPr>
          <p:nvPr/>
        </p:nvCxnSpPr>
        <p:spPr>
          <a:xfrm>
            <a:off x="4507371" y="2453818"/>
            <a:ext cx="21144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180C640-F58D-F9C5-1AB8-11F7CB845B0F}"/>
              </a:ext>
            </a:extLst>
          </p:cNvPr>
          <p:cNvCxnSpPr>
            <a:cxnSpLocks/>
            <a:stCxn id="9" idx="3"/>
            <a:endCxn id="13" idx="1"/>
          </p:cNvCxnSpPr>
          <p:nvPr/>
        </p:nvCxnSpPr>
        <p:spPr>
          <a:xfrm>
            <a:off x="4507371" y="3284136"/>
            <a:ext cx="21144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9922A02-AC80-051A-5C24-561E9CA2AD30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>
            <a:off x="4507371" y="4111825"/>
            <a:ext cx="21144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BD3C49E-ED80-17D4-3F1A-B17F7D5592F0}"/>
              </a:ext>
            </a:extLst>
          </p:cNvPr>
          <p:cNvCxnSpPr>
            <a:cxnSpLocks/>
            <a:stCxn id="7" idx="3"/>
            <a:endCxn id="11" idx="1"/>
          </p:cNvCxnSpPr>
          <p:nvPr/>
        </p:nvCxnSpPr>
        <p:spPr>
          <a:xfrm>
            <a:off x="4507371" y="4939514"/>
            <a:ext cx="21144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BBD909D5-6721-80B9-0763-EEC9B5A55829}"/>
              </a:ext>
            </a:extLst>
          </p:cNvPr>
          <p:cNvSpPr txBox="1"/>
          <p:nvPr/>
        </p:nvSpPr>
        <p:spPr>
          <a:xfrm>
            <a:off x="5439312" y="2172206"/>
            <a:ext cx="3401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solidFill>
                  <a:srgbClr val="C00000"/>
                </a:solidFill>
              </a:rPr>
              <a:t>+1</a:t>
            </a:r>
            <a:endParaRPr lang="en-US" sz="1200" b="1" dirty="0">
              <a:solidFill>
                <a:srgbClr val="C00000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B15253B-B5F1-7B37-1CC2-9951609CE659}"/>
              </a:ext>
            </a:extLst>
          </p:cNvPr>
          <p:cNvSpPr txBox="1"/>
          <p:nvPr/>
        </p:nvSpPr>
        <p:spPr>
          <a:xfrm>
            <a:off x="5439312" y="2998536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solidFill>
                  <a:srgbClr val="C00000"/>
                </a:solidFill>
              </a:rPr>
              <a:t>0</a:t>
            </a:r>
            <a:endParaRPr lang="en-US" sz="1200" b="1" dirty="0">
              <a:solidFill>
                <a:srgbClr val="C00000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9CA541F-22AC-2D1F-A58F-E923B415C701}"/>
              </a:ext>
            </a:extLst>
          </p:cNvPr>
          <p:cNvSpPr txBox="1"/>
          <p:nvPr/>
        </p:nvSpPr>
        <p:spPr>
          <a:xfrm>
            <a:off x="5429355" y="3834826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solidFill>
                  <a:srgbClr val="C00000"/>
                </a:solidFill>
              </a:rPr>
              <a:t>-1</a:t>
            </a:r>
            <a:endParaRPr lang="en-US" sz="1200" b="1" dirty="0">
              <a:solidFill>
                <a:srgbClr val="C00000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A502A02-7269-BA77-8AD1-92F0B0B3F3FB}"/>
              </a:ext>
            </a:extLst>
          </p:cNvPr>
          <p:cNvSpPr txBox="1"/>
          <p:nvPr/>
        </p:nvSpPr>
        <p:spPr>
          <a:xfrm>
            <a:off x="5429355" y="4662194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solidFill>
                  <a:srgbClr val="C00000"/>
                </a:solidFill>
              </a:rPr>
              <a:t>-4</a:t>
            </a:r>
            <a:endParaRPr lang="en-US" sz="1200" b="1" dirty="0">
              <a:solidFill>
                <a:srgbClr val="C00000"/>
              </a:solidFill>
            </a:endParaRPr>
          </a:p>
        </p:txBody>
      </p:sp>
      <p:sp>
        <p:nvSpPr>
          <p:cNvPr id="59" name="Right Arrow 58">
            <a:extLst>
              <a:ext uri="{FF2B5EF4-FFF2-40B4-BE49-F238E27FC236}">
                <a16:creationId xmlns:a16="http://schemas.microsoft.com/office/drawing/2014/main" id="{3332DD7C-8BCB-5158-D3EF-B5AE855836B6}"/>
              </a:ext>
            </a:extLst>
          </p:cNvPr>
          <p:cNvSpPr/>
          <p:nvPr/>
        </p:nvSpPr>
        <p:spPr>
          <a:xfrm>
            <a:off x="7975214" y="3404514"/>
            <a:ext cx="1283793" cy="568811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192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224</TotalTime>
  <Words>46</Words>
  <Application>Microsoft Macintosh PowerPoint</Application>
  <PresentationFormat>Widescreen</PresentationFormat>
  <Paragraphs>25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2013 - 2022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Osbert NGOK</dc:creator>
  <cp:lastModifiedBy>Osbert NGOK</cp:lastModifiedBy>
  <cp:revision>1</cp:revision>
  <dcterms:created xsi:type="dcterms:W3CDTF">2024-12-17T10:20:22Z</dcterms:created>
  <dcterms:modified xsi:type="dcterms:W3CDTF">2024-12-17T14:05:01Z</dcterms:modified>
</cp:coreProperties>
</file>